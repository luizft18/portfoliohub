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Source Code Pro"/>
      <p:regular r:id="rId12"/>
      <p:bold r:id="rId13"/>
      <p:italic r:id="rId14"/>
      <p:boldItalic r:id="rId15"/>
    </p:embeddedFont>
    <p:embeddedFont>
      <p:font typeface="Old Standard TT"/>
      <p:regular r:id="rId16"/>
      <p:bold r:id="rId17"/>
      <p: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ourceCodePro-bold.fntdata"/><Relationship Id="rId12" Type="http://schemas.openxmlformats.org/officeDocument/2006/relationships/font" Target="fonts/SourceCode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Italic.fntdata"/><Relationship Id="rId14" Type="http://schemas.openxmlformats.org/officeDocument/2006/relationships/font" Target="fonts/SourceCodePro-italic.fntdata"/><Relationship Id="rId17" Type="http://schemas.openxmlformats.org/officeDocument/2006/relationships/font" Target="fonts/OldStandardTT-bold.fntdata"/><Relationship Id="rId16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ldStandardT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58ccfd46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58ccfd46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6f80d1f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6f80d1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722784ac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722784ac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luiz.tavares@sempreceub.com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Meu Portfólio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2694000" y="274850"/>
            <a:ext cx="1616700" cy="158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/>
              <a:t>Luiz Felipe de Oliveira Tavares</a:t>
            </a:r>
            <a:endParaRPr sz="2900"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265500" y="30738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Informações de Contato: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u="sng">
                <a:solidFill>
                  <a:schemeClr val="hlink"/>
                </a:solidFill>
                <a:hlinkClick r:id="rId3"/>
              </a:rPr>
              <a:t>luiz.tavares@sempreceub.com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(61)99661-3591</a:t>
            </a:r>
            <a:endParaRPr sz="1600"/>
          </a:p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Atualmente estudante do curso de Análise e Desenvolvimento de Sistemas na UniCEUB</a:t>
            </a:r>
            <a:br>
              <a:rPr lang="pt-BR"/>
            </a:br>
            <a:br>
              <a:rPr lang="pt-BR"/>
            </a:br>
            <a:r>
              <a:rPr lang="pt-BR"/>
              <a:t>Formado em Design Gráfico pela UCS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8001d99d-f45a-4ba2-ba13-46e77d5acb8c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200" y="192025"/>
            <a:ext cx="2047049" cy="272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Sobre mim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Tendo contato com a área da tecnologia desde uma tenra idade, seja através de jogos eletrônicos, tenho facilidade com o aprendizagem e utilização de sistemas de computador;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Experiência iniciante a intermediária com Python, HTML, CSS e JavaScript. Certificação iniciante em Cibersegurança pela CISCO;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Tenho interesse por e prática com diversas áreas diferentes do meio artístico (cinema, música, desenho, pintura, literatura) e uma paixão profunda por história e línguas.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6"/>
          <p:cNvCxnSpPr/>
          <p:nvPr/>
        </p:nvCxnSpPr>
        <p:spPr>
          <a:xfrm>
            <a:off x="-6875" y="2900700"/>
            <a:ext cx="915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Competências e conhecimentos</a:t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421176" y="2235693"/>
            <a:ext cx="1329900" cy="1329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421225" y="25967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Modelagem de Dados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253122" y="1423415"/>
            <a:ext cx="2954700" cy="295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2253125" y="2596750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Montagem de Computadores</a:t>
            </a:r>
            <a:endParaRPr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709626" y="2147440"/>
            <a:ext cx="1506600" cy="1506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5709825" y="2596750"/>
            <a:ext cx="1506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Pacote Microsoft Office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718079" y="2394636"/>
            <a:ext cx="1012500" cy="101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7718425" y="2596750"/>
            <a:ext cx="1012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HTML, CSS,JS, Python</a:t>
            </a:r>
            <a:endParaRPr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33425" y="3724283"/>
            <a:ext cx="3891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idx="4294967295" type="body"/>
          </p:nvPr>
        </p:nvSpPr>
        <p:spPr>
          <a:xfrm>
            <a:off x="318850" y="3771900"/>
            <a:ext cx="3999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accent3"/>
                </a:solidFill>
              </a:rPr>
              <a:t>Projeto realizado: pintura</a:t>
            </a:r>
            <a:endParaRPr b="1" sz="2100">
              <a:solidFill>
                <a:schemeClr val="accent3"/>
              </a:solidFill>
            </a:endParaRPr>
          </a:p>
        </p:txBody>
      </p:sp>
      <p:sp>
        <p:nvSpPr>
          <p:cNvPr id="94" name="Google Shape;94;p17"/>
          <p:cNvSpPr txBox="1"/>
          <p:nvPr>
            <p:ph idx="4294967295" type="body"/>
          </p:nvPr>
        </p:nvSpPr>
        <p:spPr>
          <a:xfrm>
            <a:off x="318844" y="4228050"/>
            <a:ext cx="39999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200"/>
              <a:t>Pintura em Aquarela. Projeto pessoal para aproveitamento próprio e desenvolvimento de habilidades</a:t>
            </a:r>
            <a:endParaRPr sz="1200"/>
          </a:p>
        </p:txBody>
      </p:sp>
      <p:pic>
        <p:nvPicPr>
          <p:cNvPr id="95" name="Google Shape;95;p17" title="a5eb5b92-5d03-4e81-af3b-9efa2c8fe816.jf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25" y="66175"/>
            <a:ext cx="2638726" cy="351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Fim (por enquanto).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